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5dff365d-d688-1e19-fa1e-661c40c9e0b0}">
          <p14:sldIdLst>
            <p14:sldId id="256"/>
          </p14:sldIdLst>
        </p14:section>
        <p14:section name="Problem" id="{702d312a-6856-819a-7bbd-f85d8a259081}">
          <p14:sldIdLst>
            <p14:sldId id="257"/>
          </p14:sldIdLst>
        </p14:section>
        <p14:section name="Customers" id="{e5e2233b-6f16-6a45-86a6-ffeab6398033}">
          <p14:sldIdLst>
            <p14:sldId id="258"/>
          </p14:sldIdLst>
        </p14:section>
        <p14:section name="Market" id="{03750e0b-d081-f3ce-4560-115e7b42d6d7}">
          <p14:sldIdLst>
            <p14:sldId id="259"/>
          </p14:sldIdLst>
        </p14:section>
        <p14:section name="Model" id="{97b54a27-c0df-c894-49f3-f101e8fb736d}">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 50 g bar with ~15 g protein from egg, quark and oats, and athletes eat two after training, about 29 g protein and 28 g carbs. Graft is Northern for hard work: it's for people who put the work in. Earned, not engineered.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50 g bar is about 15 g protein and 14 g carbs; athletes eat two after training.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Earned, not engineered.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Earned, not engineered.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pPr algn="l" indent="0" marL="0">
              <a:buNone/>
            </a:pPr>
            <a:r>
              <a:rPr lang="en-US" sz="3600" b="1" dirty="0">
                <a:solidFill>
                  <a:schemeClr val="accent1"/>
                </a:solidFill>
              </a:rPr>
              <a:t>  Graft.</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Two 50 g bars ≈ 29 g protein + 28 g carbs  ·  egg, quark &amp; oats  ·  no whey,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Graft: Northern for hard work. For people who put the work in. Earned, not engineered.</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Early adopters: coached athletes (Team Durham squads, my MMA club). One coach = ~25 athletes = one drop. Still to prove: 0/10 committed yet.</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powders and sweeteners, or sugar</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Graft, 2 × 50 g bars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 quark, oats, a little honey or banana. No whey, no sweeteners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Protein from egg &amp; quark, not powder</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0"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Each 50 g bar: ~15 g protein · ~14 g carbs · ~4 g sugar · ~135 kcal (calculated) · eat two after training</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2026-10-13T13:02:40Z</dcterms:created>
  <dcterms:modified xsi:type="dcterms:W3CDTF">2026-10-13T13:02:40Z</dcterms:modified>
</cp:coreProperties>
</file>